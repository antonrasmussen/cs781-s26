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60" r:id="rId2"/>
    <p:sldId id="274" r:id="rId3"/>
    <p:sldId id="275" r:id="rId4"/>
    <p:sldId id="276" r:id="rId5"/>
    <p:sldId id="277" r:id="rId6"/>
    <p:sldId id="278" r:id="rId7"/>
    <p:sldId id="280" r:id="rId8"/>
    <p:sldId id="281" r:id="rId9"/>
    <p:sldId id="282" r:id="rId10"/>
    <p:sldId id="279" r:id="rId11"/>
    <p:sldId id="28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BA824D1-64B6-F048-ABB3-A14029D23CEB}" v="2" dt="2025-01-24T18:57:24.5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818"/>
    <p:restoredTop sz="85510"/>
  </p:normalViewPr>
  <p:slideViewPr>
    <p:cSldViewPr snapToGrid="0">
      <p:cViewPr varScale="1">
        <p:scale>
          <a:sx n="108" d="100"/>
          <a:sy n="108" d="100"/>
        </p:scale>
        <p:origin x="152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Qin, Hong" userId="e77b6844-a47f-44ff-986d-3135a9b46f8f" providerId="ADAL" clId="{4BA824D1-64B6-F048-ABB3-A14029D23CEB}"/>
    <pc:docChg chg="custSel addSld delSld modSld">
      <pc:chgData name="Qin, Hong" userId="e77b6844-a47f-44ff-986d-3135a9b46f8f" providerId="ADAL" clId="{4BA824D1-64B6-F048-ABB3-A14029D23CEB}" dt="2025-01-24T19:38:49.338" v="305" actId="20577"/>
      <pc:docMkLst>
        <pc:docMk/>
      </pc:docMkLst>
      <pc:sldChg chg="del">
        <pc:chgData name="Qin, Hong" userId="e77b6844-a47f-44ff-986d-3135a9b46f8f" providerId="ADAL" clId="{4BA824D1-64B6-F048-ABB3-A14029D23CEB}" dt="2025-01-22T16:18:18.301" v="58" actId="2696"/>
        <pc:sldMkLst>
          <pc:docMk/>
          <pc:sldMk cId="955064405" sldId="258"/>
        </pc:sldMkLst>
      </pc:sldChg>
      <pc:sldChg chg="del">
        <pc:chgData name="Qin, Hong" userId="e77b6844-a47f-44ff-986d-3135a9b46f8f" providerId="ADAL" clId="{4BA824D1-64B6-F048-ABB3-A14029D23CEB}" dt="2025-01-22T16:18:19.769" v="63" actId="2696"/>
        <pc:sldMkLst>
          <pc:docMk/>
          <pc:sldMk cId="3458022815" sldId="259"/>
        </pc:sldMkLst>
      </pc:sldChg>
      <pc:sldChg chg="modSp mod">
        <pc:chgData name="Qin, Hong" userId="e77b6844-a47f-44ff-986d-3135a9b46f8f" providerId="ADAL" clId="{4BA824D1-64B6-F048-ABB3-A14029D23CEB}" dt="2025-01-24T19:38:49.338" v="305" actId="20577"/>
        <pc:sldMkLst>
          <pc:docMk/>
          <pc:sldMk cId="4156487165" sldId="260"/>
        </pc:sldMkLst>
        <pc:spChg chg="mod">
          <ac:chgData name="Qin, Hong" userId="e77b6844-a47f-44ff-986d-3135a9b46f8f" providerId="ADAL" clId="{4BA824D1-64B6-F048-ABB3-A14029D23CEB}" dt="2025-01-24T19:38:49.338" v="305" actId="20577"/>
          <ac:spMkLst>
            <pc:docMk/>
            <pc:sldMk cId="4156487165" sldId="260"/>
            <ac:spMk id="2" creationId="{E5FADAA9-DC79-5B45-FD6D-9A8BE6ED8079}"/>
          </ac:spMkLst>
        </pc:spChg>
        <pc:spChg chg="mod">
          <ac:chgData name="Qin, Hong" userId="e77b6844-a47f-44ff-986d-3135a9b46f8f" providerId="ADAL" clId="{4BA824D1-64B6-F048-ABB3-A14029D23CEB}" dt="2025-01-22T18:15:27.505" v="141" actId="20577"/>
          <ac:spMkLst>
            <pc:docMk/>
            <pc:sldMk cId="4156487165" sldId="260"/>
            <ac:spMk id="3" creationId="{C1336339-4DF6-CB83-1E79-3CEDFA80B655}"/>
          </ac:spMkLst>
        </pc:spChg>
      </pc:sldChg>
      <pc:sldChg chg="del">
        <pc:chgData name="Qin, Hong" userId="e77b6844-a47f-44ff-986d-3135a9b46f8f" providerId="ADAL" clId="{4BA824D1-64B6-F048-ABB3-A14029D23CEB}" dt="2025-01-22T16:18:23.346" v="67" actId="2696"/>
        <pc:sldMkLst>
          <pc:docMk/>
          <pc:sldMk cId="3583887666" sldId="261"/>
        </pc:sldMkLst>
      </pc:sldChg>
      <pc:sldChg chg="del">
        <pc:chgData name="Qin, Hong" userId="e77b6844-a47f-44ff-986d-3135a9b46f8f" providerId="ADAL" clId="{4BA824D1-64B6-F048-ABB3-A14029D23CEB}" dt="2025-01-22T16:18:24.871" v="68" actId="2696"/>
        <pc:sldMkLst>
          <pc:docMk/>
          <pc:sldMk cId="1137408328" sldId="262"/>
        </pc:sldMkLst>
      </pc:sldChg>
      <pc:sldChg chg="del">
        <pc:chgData name="Qin, Hong" userId="e77b6844-a47f-44ff-986d-3135a9b46f8f" providerId="ADAL" clId="{4BA824D1-64B6-F048-ABB3-A14029D23CEB}" dt="2025-01-22T16:18:17.896" v="56" actId="2696"/>
        <pc:sldMkLst>
          <pc:docMk/>
          <pc:sldMk cId="2515594858" sldId="263"/>
        </pc:sldMkLst>
      </pc:sldChg>
      <pc:sldChg chg="del">
        <pc:chgData name="Qin, Hong" userId="e77b6844-a47f-44ff-986d-3135a9b46f8f" providerId="ADAL" clId="{4BA824D1-64B6-F048-ABB3-A14029D23CEB}" dt="2025-01-22T16:18:18.069" v="57" actId="2696"/>
        <pc:sldMkLst>
          <pc:docMk/>
          <pc:sldMk cId="620666775" sldId="265"/>
        </pc:sldMkLst>
      </pc:sldChg>
      <pc:sldChg chg="del">
        <pc:chgData name="Qin, Hong" userId="e77b6844-a47f-44ff-986d-3135a9b46f8f" providerId="ADAL" clId="{4BA824D1-64B6-F048-ABB3-A14029D23CEB}" dt="2025-01-22T16:18:18.629" v="59" actId="2696"/>
        <pc:sldMkLst>
          <pc:docMk/>
          <pc:sldMk cId="1273341257" sldId="266"/>
        </pc:sldMkLst>
      </pc:sldChg>
      <pc:sldChg chg="del">
        <pc:chgData name="Qin, Hong" userId="e77b6844-a47f-44ff-986d-3135a9b46f8f" providerId="ADAL" clId="{4BA824D1-64B6-F048-ABB3-A14029D23CEB}" dt="2025-01-22T16:18:19.073" v="61" actId="2696"/>
        <pc:sldMkLst>
          <pc:docMk/>
          <pc:sldMk cId="785103653" sldId="267"/>
        </pc:sldMkLst>
      </pc:sldChg>
      <pc:sldChg chg="del">
        <pc:chgData name="Qin, Hong" userId="e77b6844-a47f-44ff-986d-3135a9b46f8f" providerId="ADAL" clId="{4BA824D1-64B6-F048-ABB3-A14029D23CEB}" dt="2025-01-22T16:18:18.869" v="60" actId="2696"/>
        <pc:sldMkLst>
          <pc:docMk/>
          <pc:sldMk cId="718446721" sldId="268"/>
        </pc:sldMkLst>
      </pc:sldChg>
      <pc:sldChg chg="del">
        <pc:chgData name="Qin, Hong" userId="e77b6844-a47f-44ff-986d-3135a9b46f8f" providerId="ADAL" clId="{4BA824D1-64B6-F048-ABB3-A14029D23CEB}" dt="2025-01-22T16:18:19.420" v="62" actId="2696"/>
        <pc:sldMkLst>
          <pc:docMk/>
          <pc:sldMk cId="2564865316" sldId="269"/>
        </pc:sldMkLst>
      </pc:sldChg>
      <pc:sldChg chg="del">
        <pc:chgData name="Qin, Hong" userId="e77b6844-a47f-44ff-986d-3135a9b46f8f" providerId="ADAL" clId="{4BA824D1-64B6-F048-ABB3-A14029D23CEB}" dt="2025-01-22T16:18:20.764" v="65" actId="2696"/>
        <pc:sldMkLst>
          <pc:docMk/>
          <pc:sldMk cId="731164673" sldId="270"/>
        </pc:sldMkLst>
      </pc:sldChg>
      <pc:sldChg chg="del">
        <pc:chgData name="Qin, Hong" userId="e77b6844-a47f-44ff-986d-3135a9b46f8f" providerId="ADAL" clId="{4BA824D1-64B6-F048-ABB3-A14029D23CEB}" dt="2025-01-22T16:18:21.189" v="66" actId="2696"/>
        <pc:sldMkLst>
          <pc:docMk/>
          <pc:sldMk cId="1191526934" sldId="271"/>
        </pc:sldMkLst>
      </pc:sldChg>
      <pc:sldChg chg="del">
        <pc:chgData name="Qin, Hong" userId="e77b6844-a47f-44ff-986d-3135a9b46f8f" providerId="ADAL" clId="{4BA824D1-64B6-F048-ABB3-A14029D23CEB}" dt="2025-01-22T16:18:20.454" v="64" actId="2696"/>
        <pc:sldMkLst>
          <pc:docMk/>
          <pc:sldMk cId="1972532123" sldId="272"/>
        </pc:sldMkLst>
      </pc:sldChg>
      <pc:sldChg chg="del">
        <pc:chgData name="Qin, Hong" userId="e77b6844-a47f-44ff-986d-3135a9b46f8f" providerId="ADAL" clId="{4BA824D1-64B6-F048-ABB3-A14029D23CEB}" dt="2025-01-22T16:18:27.696" v="69" actId="2696"/>
        <pc:sldMkLst>
          <pc:docMk/>
          <pc:sldMk cId="254732334" sldId="273"/>
        </pc:sldMkLst>
      </pc:sldChg>
      <pc:sldChg chg="delSp modSp mod">
        <pc:chgData name="Qin, Hong" userId="e77b6844-a47f-44ff-986d-3135a9b46f8f" providerId="ADAL" clId="{4BA824D1-64B6-F048-ABB3-A14029D23CEB}" dt="2025-01-24T17:53:15" v="161" actId="20577"/>
        <pc:sldMkLst>
          <pc:docMk/>
          <pc:sldMk cId="3315586956" sldId="274"/>
        </pc:sldMkLst>
        <pc:spChg chg="mod">
          <ac:chgData name="Qin, Hong" userId="e77b6844-a47f-44ff-986d-3135a9b46f8f" providerId="ADAL" clId="{4BA824D1-64B6-F048-ABB3-A14029D23CEB}" dt="2025-01-24T17:53:15" v="161" actId="20577"/>
          <ac:spMkLst>
            <pc:docMk/>
            <pc:sldMk cId="3315586956" sldId="274"/>
            <ac:spMk id="2" creationId="{7B77DCCA-55E1-5082-6712-D535F65AA830}"/>
          </ac:spMkLst>
        </pc:spChg>
      </pc:sldChg>
      <pc:sldChg chg="modSp new mod">
        <pc:chgData name="Qin, Hong" userId="e77b6844-a47f-44ff-986d-3135a9b46f8f" providerId="ADAL" clId="{4BA824D1-64B6-F048-ABB3-A14029D23CEB}" dt="2025-01-24T18:54:55.306" v="166" actId="5793"/>
        <pc:sldMkLst>
          <pc:docMk/>
          <pc:sldMk cId="2709240333" sldId="275"/>
        </pc:sldMkLst>
        <pc:spChg chg="mod">
          <ac:chgData name="Qin, Hong" userId="e77b6844-a47f-44ff-986d-3135a9b46f8f" providerId="ADAL" clId="{4BA824D1-64B6-F048-ABB3-A14029D23CEB}" dt="2025-01-24T18:54:55.306" v="166" actId="5793"/>
          <ac:spMkLst>
            <pc:docMk/>
            <pc:sldMk cId="2709240333" sldId="275"/>
            <ac:spMk id="3" creationId="{5F3FBDF1-C588-59D9-BA0B-D0FBD9BC81AA}"/>
          </ac:spMkLst>
        </pc:spChg>
      </pc:sldChg>
      <pc:sldChg chg="modSp new mod">
        <pc:chgData name="Qin, Hong" userId="e77b6844-a47f-44ff-986d-3135a9b46f8f" providerId="ADAL" clId="{4BA824D1-64B6-F048-ABB3-A14029D23CEB}" dt="2025-01-24T18:55:06.954" v="169" actId="5793"/>
        <pc:sldMkLst>
          <pc:docMk/>
          <pc:sldMk cId="3910097677" sldId="276"/>
        </pc:sldMkLst>
        <pc:spChg chg="mod">
          <ac:chgData name="Qin, Hong" userId="e77b6844-a47f-44ff-986d-3135a9b46f8f" providerId="ADAL" clId="{4BA824D1-64B6-F048-ABB3-A14029D23CEB}" dt="2025-01-24T18:55:06.954" v="169" actId="5793"/>
          <ac:spMkLst>
            <pc:docMk/>
            <pc:sldMk cId="3910097677" sldId="276"/>
            <ac:spMk id="3" creationId="{37F8E142-2AC0-4E3E-CFF2-3D8649A0F4E1}"/>
          </ac:spMkLst>
        </pc:spChg>
      </pc:sldChg>
      <pc:sldChg chg="modSp new mod">
        <pc:chgData name="Qin, Hong" userId="e77b6844-a47f-44ff-986d-3135a9b46f8f" providerId="ADAL" clId="{4BA824D1-64B6-F048-ABB3-A14029D23CEB}" dt="2025-01-24T18:55:20.881" v="173" actId="5793"/>
        <pc:sldMkLst>
          <pc:docMk/>
          <pc:sldMk cId="2937328210" sldId="277"/>
        </pc:sldMkLst>
        <pc:spChg chg="mod">
          <ac:chgData name="Qin, Hong" userId="e77b6844-a47f-44ff-986d-3135a9b46f8f" providerId="ADAL" clId="{4BA824D1-64B6-F048-ABB3-A14029D23CEB}" dt="2025-01-24T18:55:20.881" v="173" actId="5793"/>
          <ac:spMkLst>
            <pc:docMk/>
            <pc:sldMk cId="2937328210" sldId="277"/>
            <ac:spMk id="3" creationId="{0A3BC1B2-999E-37A4-508B-FA11818DA862}"/>
          </ac:spMkLst>
        </pc:spChg>
      </pc:sldChg>
      <pc:sldChg chg="modSp new mod">
        <pc:chgData name="Qin, Hong" userId="e77b6844-a47f-44ff-986d-3135a9b46f8f" providerId="ADAL" clId="{4BA824D1-64B6-F048-ABB3-A14029D23CEB}" dt="2025-01-24T18:55:42.371" v="177" actId="5793"/>
        <pc:sldMkLst>
          <pc:docMk/>
          <pc:sldMk cId="1386808323" sldId="278"/>
        </pc:sldMkLst>
        <pc:spChg chg="mod">
          <ac:chgData name="Qin, Hong" userId="e77b6844-a47f-44ff-986d-3135a9b46f8f" providerId="ADAL" clId="{4BA824D1-64B6-F048-ABB3-A14029D23CEB}" dt="2025-01-24T18:55:42.371" v="177" actId="5793"/>
          <ac:spMkLst>
            <pc:docMk/>
            <pc:sldMk cId="1386808323" sldId="278"/>
            <ac:spMk id="3" creationId="{349F3CCC-E5C5-26BB-CDD6-B1F36D55AE3D}"/>
          </ac:spMkLst>
        </pc:spChg>
      </pc:sldChg>
      <pc:sldChg chg="new">
        <pc:chgData name="Qin, Hong" userId="e77b6844-a47f-44ff-986d-3135a9b46f8f" providerId="ADAL" clId="{4BA824D1-64B6-F048-ABB3-A14029D23CEB}" dt="2025-01-24T18:55:24.224" v="175" actId="680"/>
        <pc:sldMkLst>
          <pc:docMk/>
          <pc:sldMk cId="2730365679" sldId="279"/>
        </pc:sldMkLst>
      </pc:sldChg>
      <pc:sldChg chg="modSp new mod">
        <pc:chgData name="Qin, Hong" userId="e77b6844-a47f-44ff-986d-3135a9b46f8f" providerId="ADAL" clId="{4BA824D1-64B6-F048-ABB3-A14029D23CEB}" dt="2025-01-24T18:55:59.559" v="182" actId="5793"/>
        <pc:sldMkLst>
          <pc:docMk/>
          <pc:sldMk cId="3592728544" sldId="280"/>
        </pc:sldMkLst>
        <pc:spChg chg="mod">
          <ac:chgData name="Qin, Hong" userId="e77b6844-a47f-44ff-986d-3135a9b46f8f" providerId="ADAL" clId="{4BA824D1-64B6-F048-ABB3-A14029D23CEB}" dt="2025-01-24T18:55:59.559" v="182" actId="5793"/>
          <ac:spMkLst>
            <pc:docMk/>
            <pc:sldMk cId="3592728544" sldId="280"/>
            <ac:spMk id="3" creationId="{607B181F-D7C2-7272-01CC-9F0501C19603}"/>
          </ac:spMkLst>
        </pc:spChg>
      </pc:sldChg>
      <pc:sldChg chg="new">
        <pc:chgData name="Qin, Hong" userId="e77b6844-a47f-44ff-986d-3135a9b46f8f" providerId="ADAL" clId="{4BA824D1-64B6-F048-ABB3-A14029D23CEB}" dt="2025-01-24T18:55:46.855" v="179" actId="680"/>
        <pc:sldMkLst>
          <pc:docMk/>
          <pc:sldMk cId="2248008692" sldId="281"/>
        </pc:sldMkLst>
      </pc:sldChg>
      <pc:sldChg chg="modSp new mod">
        <pc:chgData name="Qin, Hong" userId="e77b6844-a47f-44ff-986d-3135a9b46f8f" providerId="ADAL" clId="{4BA824D1-64B6-F048-ABB3-A14029D23CEB}" dt="2025-01-24T18:58:56.124" v="219" actId="20577"/>
        <pc:sldMkLst>
          <pc:docMk/>
          <pc:sldMk cId="3237517281" sldId="282"/>
        </pc:sldMkLst>
        <pc:spChg chg="mod">
          <ac:chgData name="Qin, Hong" userId="e77b6844-a47f-44ff-986d-3135a9b46f8f" providerId="ADAL" clId="{4BA824D1-64B6-F048-ABB3-A14029D23CEB}" dt="2025-01-24T18:56:40.347" v="183"/>
          <ac:spMkLst>
            <pc:docMk/>
            <pc:sldMk cId="3237517281" sldId="282"/>
            <ac:spMk id="2" creationId="{9D4AF995-9ADC-2383-1EDB-D822501DE4A2}"/>
          </ac:spMkLst>
        </pc:spChg>
        <pc:spChg chg="mod">
          <ac:chgData name="Qin, Hong" userId="e77b6844-a47f-44ff-986d-3135a9b46f8f" providerId="ADAL" clId="{4BA824D1-64B6-F048-ABB3-A14029D23CEB}" dt="2025-01-24T18:58:56.124" v="219" actId="20577"/>
          <ac:spMkLst>
            <pc:docMk/>
            <pc:sldMk cId="3237517281" sldId="282"/>
            <ac:spMk id="3" creationId="{6B0E317F-A8F2-179E-B277-A43ECAF6ADE4}"/>
          </ac:spMkLst>
        </pc:spChg>
      </pc:sldChg>
      <pc:sldChg chg="modSp new mod">
        <pc:chgData name="Qin, Hong" userId="e77b6844-a47f-44ff-986d-3135a9b46f8f" providerId="ADAL" clId="{4BA824D1-64B6-F048-ABB3-A14029D23CEB}" dt="2025-01-24T19:37:46.685" v="250" actId="20577"/>
        <pc:sldMkLst>
          <pc:docMk/>
          <pc:sldMk cId="1558437834" sldId="283"/>
        </pc:sldMkLst>
        <pc:spChg chg="mod">
          <ac:chgData name="Qin, Hong" userId="e77b6844-a47f-44ff-986d-3135a9b46f8f" providerId="ADAL" clId="{4BA824D1-64B6-F048-ABB3-A14029D23CEB}" dt="2025-01-24T19:37:32.514" v="248" actId="20577"/>
          <ac:spMkLst>
            <pc:docMk/>
            <pc:sldMk cId="1558437834" sldId="283"/>
            <ac:spMk id="2" creationId="{8CDA0569-DF3A-AFAB-CE78-1431A7F62951}"/>
          </ac:spMkLst>
        </pc:spChg>
        <pc:spChg chg="mod">
          <ac:chgData name="Qin, Hong" userId="e77b6844-a47f-44ff-986d-3135a9b46f8f" providerId="ADAL" clId="{4BA824D1-64B6-F048-ABB3-A14029D23CEB}" dt="2025-01-24T19:37:46.685" v="250" actId="20577"/>
          <ac:spMkLst>
            <pc:docMk/>
            <pc:sldMk cId="1558437834" sldId="283"/>
            <ac:spMk id="3" creationId="{F53D7333-C644-AD03-4D85-15BE61A2FFB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CCEAFA-834A-E543-8EDD-46641F0812DB}" type="datetimeFigureOut">
              <a:rPr lang="en-US" smtClean="0"/>
              <a:t>1/24/25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8F3C42-2A6F-7D42-9E9C-E27BB5CE71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3487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8F3C42-2A6F-7D42-9E9C-E27BB5CE718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4875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6E2B6-850D-6729-1FD0-95305AEDED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BFB0BA-ECCB-123A-F92D-563EC8E511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9CAB13-FC75-7F34-00BC-A4862BC94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3C6A3-3836-AB4E-BFA5-3965BF5E7D7F}" type="datetimeFigureOut">
              <a:rPr lang="en-US" smtClean="0"/>
              <a:t>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B0BA8F-0D4C-8AB0-0377-2F6DEA0BF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430147-62CC-A1DF-202B-904A89764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89C39-6049-C043-BFB0-96E80F6C67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4000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3D869-BECC-391C-FFA3-A5D1ADE10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2FE833-8434-8E9B-CC03-39F229645F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572C95-155E-ABD8-DD2F-D69D9F933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3C6A3-3836-AB4E-BFA5-3965BF5E7D7F}" type="datetimeFigureOut">
              <a:rPr lang="en-US" smtClean="0"/>
              <a:t>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51FFC4-BD12-4007-0B1F-E50307D90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630A3C-7F6A-361E-D452-8DD089C2F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89C39-6049-C043-BFB0-96E80F6C67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4941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FE8B0-5B54-E4E8-CC15-A307D2709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5F16FF-1F80-0F54-3D58-A41FD2C157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C94968-DB9C-EAD8-B716-E9B72ECDE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3C6A3-3836-AB4E-BFA5-3965BF5E7D7F}" type="datetimeFigureOut">
              <a:rPr lang="en-US" smtClean="0"/>
              <a:t>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4ECC80-4AD4-0878-6B28-D8D6BC816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9F6190-FAE1-71E7-DB97-DA7FCA618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89C39-6049-C043-BFB0-96E80F6C67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929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1ECC2-7A41-DDD9-EE4E-80F21A15A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59CE4-B3F0-B535-E68E-A91B35E1B3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C561FC-5725-21B6-15EE-66655557E0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E2DA1A-10FC-AF84-816A-6ABF3FF8C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3C6A3-3836-AB4E-BFA5-3965BF5E7D7F}" type="datetimeFigureOut">
              <a:rPr lang="en-US" smtClean="0"/>
              <a:t>1/24/25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DC6915-ECA4-23D1-DDE1-A267A9889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20C8BE-E17A-0C8F-A0FD-72EC380C4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89C39-6049-C043-BFB0-96E80F6C67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612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489DE-DD11-EBDD-DF31-B0E1F0FAB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506EF0-C5E2-B445-AC49-256EBFEEA9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F34758-844D-88AE-C193-67E93DD557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43DF98-15BA-2A2D-4BFC-AC5FFE71A7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724B10-4E03-80A9-A416-47601EAE03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AFB0B3-F429-ECE8-8832-C8DBE68DA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3C6A3-3836-AB4E-BFA5-3965BF5E7D7F}" type="datetimeFigureOut">
              <a:rPr lang="en-US" smtClean="0"/>
              <a:t>1/24/25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B67A6E-FFFF-AD3B-01E1-3ECD5A9CE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C66B3D-DA04-238B-8E21-716ECC591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89C39-6049-C043-BFB0-96E80F6C67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8970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131F1-8071-645D-3A5F-D1CBE2414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3C99A5-904B-9D25-9048-12DA1CF73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3C6A3-3836-AB4E-BFA5-3965BF5E7D7F}" type="datetimeFigureOut">
              <a:rPr lang="en-US" smtClean="0"/>
              <a:t>1/24/25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673F19-8254-7037-F21D-EC7264DF2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1D061C-D182-8928-5AFF-1B4350CC2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89C39-6049-C043-BFB0-96E80F6C67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6050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73AC4B-80F0-2F57-23D8-349AF85E5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3C6A3-3836-AB4E-BFA5-3965BF5E7D7F}" type="datetimeFigureOut">
              <a:rPr lang="en-US" smtClean="0"/>
              <a:t>1/24/25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A4D70C-7F50-6560-BE41-E2A27DBA8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7D174C-8E6A-CB51-3FDE-D8D1AFEC5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89C39-6049-C043-BFB0-96E80F6C67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4383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BC4AE-4D07-DC67-D52D-18DD06E97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7FC31C-4582-DACC-8E9E-1ACE7E4B6B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CDA695-ADB2-0D95-57CA-ADF9F28CC9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847E21-27EF-00D4-AC2E-97A4107CF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3C6A3-3836-AB4E-BFA5-3965BF5E7D7F}" type="datetimeFigureOut">
              <a:rPr lang="en-US" smtClean="0"/>
              <a:t>1/24/25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E68C05-B08F-53A6-0164-C5E8D6740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8552BA-84B6-65EA-4EFA-6A5D7A169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89C39-6049-C043-BFB0-96E80F6C67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061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5CCB6-315C-C84F-E38B-BF25FB1E4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8219D4-2EC9-9C27-28B5-EC5A0D3D92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457537-8C01-1A3F-A61C-F7C735ED00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80367C-AB4F-63ED-8ABC-7D0C533C2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3C6A3-3836-AB4E-BFA5-3965BF5E7D7F}" type="datetimeFigureOut">
              <a:rPr lang="en-US" smtClean="0"/>
              <a:t>1/24/25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A31ABE-9945-233D-8F7F-0B31E4126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1FEF0A-9684-072B-172D-62D756AEF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89C39-6049-C043-BFB0-96E80F6C67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09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56340-82E7-7553-A39C-A282EE5BD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A4E56F-ED8C-80C1-9A9C-D78C57C185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CDA675-EA93-8774-9922-8FE53F606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3C6A3-3836-AB4E-BFA5-3965BF5E7D7F}" type="datetimeFigureOut">
              <a:rPr lang="en-US" smtClean="0"/>
              <a:t>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C94001-F202-D27E-71C6-DCA34B327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557E08-0B54-30C2-BC31-0381B4EE0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89C39-6049-C043-BFB0-96E80F6C67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199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7A088A-BC33-76BB-8538-26D4A2DD37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263EAF-72E0-0DF1-CB3E-5CDA0171D7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20B897-890C-5A0F-0029-037B3EA73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3C6A3-3836-AB4E-BFA5-3965BF5E7D7F}" type="datetimeFigureOut">
              <a:rPr lang="en-US" smtClean="0"/>
              <a:t>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FFFDFD-B162-D3BE-3606-97AEB5E8F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CD7BD8-5C3E-5038-B1FD-427D92B53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89C39-6049-C043-BFB0-96E80F6C67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2351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02C357-72D9-C93B-5C53-FF412187E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A0148B-90F7-4044-CC11-4B9E381905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87B29A-EE7E-CDCE-41D7-9D24C4F14A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23C6A3-3836-AB4E-BFA5-3965BF5E7D7F}" type="datetimeFigureOut">
              <a:rPr lang="en-US" smtClean="0"/>
              <a:t>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109674-965D-9ECE-007B-C28FBA3AF6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CFDD87-7803-0FDD-C60B-954EDD6DAD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489C39-6049-C043-BFB0-96E80F6C67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157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ondemand.wahab.hpc.odu.edu/pun/sys/dashboard/files/fs/home/username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code/skuracha/eda-on-healthcare-dataset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A8DB9CD9-59B1-4D73-BC4C-98796A48E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874A6A9-41FF-4E33-AFA8-F9F81436A5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721D730E-1F97-4071-B143-B05E6D259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985"/>
            <a:chExt cx="9772765" cy="6858000"/>
          </a:xfrm>
        </p:grpSpPr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B3849C6A-9EE5-4604-8EAE-DD4796B79D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308677BE-069B-4A4D-8732-E26B6EF567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9A9A575B-DD07-4388-963B-0AF3FDDCF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D55285E4-21EB-4EC1-AB8E-36E881E899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6A0C77B5-3FAA-4D4F-9555-89D751608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5F0C96D1-A8B7-4C8E-9997-D823FD1591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DA46556D-445B-4CD0-87A0-02A30BD1B1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5FADAA9-DC79-5B45-FD6D-9A8BE6ED8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758" y="1764406"/>
            <a:ext cx="11447813" cy="2213827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7200" b="1" dirty="0">
                <a:solidFill>
                  <a:srgbClr val="0432FF"/>
                </a:solidFill>
              </a:rPr>
              <a:t>Bio ML with </a:t>
            </a:r>
            <a:r>
              <a:rPr lang="en-US" sz="7200" b="1" dirty="0" err="1">
                <a:solidFill>
                  <a:srgbClr val="0432FF"/>
                </a:solidFill>
              </a:rPr>
              <a:t>Jupyter</a:t>
            </a:r>
            <a:r>
              <a:rPr lang="en-US" sz="7200" b="1" dirty="0">
                <a:solidFill>
                  <a:srgbClr val="0432FF"/>
                </a:solidFill>
              </a:rPr>
              <a:t> Notebook</a:t>
            </a:r>
            <a:br>
              <a:rPr lang="en-US" sz="7200" b="1" dirty="0">
                <a:solidFill>
                  <a:srgbClr val="0432FF"/>
                </a:solidFill>
              </a:rPr>
            </a:br>
            <a:r>
              <a:rPr lang="en-US" sz="7200" b="1" dirty="0">
                <a:solidFill>
                  <a:srgbClr val="0432FF"/>
                </a:solidFill>
              </a:rPr>
              <a:t>- A hands-on approach</a:t>
            </a:r>
            <a:br>
              <a:rPr lang="en-US" sz="40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endParaRPr lang="en-US" sz="4000" b="1" kern="1200" dirty="0">
              <a:solidFill>
                <a:srgbClr val="0432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336339-4DF6-CB83-1E79-3CEDFA80B655}"/>
              </a:ext>
            </a:extLst>
          </p:cNvPr>
          <p:cNvSpPr txBox="1"/>
          <p:nvPr/>
        </p:nvSpPr>
        <p:spPr>
          <a:xfrm>
            <a:off x="7341313" y="4478391"/>
            <a:ext cx="17744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/>
              <a:t>Hong Qin, ODU </a:t>
            </a:r>
          </a:p>
          <a:p>
            <a:pPr algn="r"/>
            <a:r>
              <a:rPr lang="en-US"/>
              <a:t>January 24, </a:t>
            </a:r>
            <a:r>
              <a:rPr lang="en-US" dirty="0"/>
              <a:t>2025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64871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7DCCA-55E1-5082-6712-D535F65AA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503758"/>
          </a:xfrm>
        </p:spPr>
        <p:txBody>
          <a:bodyPr>
            <a:normAutofit/>
          </a:bodyPr>
          <a:lstStyle/>
          <a:p>
            <a:r>
              <a:rPr lang="en-US" dirty="0"/>
              <a:t>Genome sequence demo (</a:t>
            </a:r>
            <a:r>
              <a:rPr lang="en-US" dirty="0" err="1"/>
              <a:t>CoLab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/>
              <a:t>Wahab on-demand</a:t>
            </a:r>
            <a:br>
              <a:rPr lang="en-US" dirty="0"/>
            </a:br>
            <a:r>
              <a:rPr lang="en-US" dirty="0"/>
              <a:t>Kaggle example</a:t>
            </a:r>
          </a:p>
        </p:txBody>
      </p:sp>
    </p:spTree>
    <p:extLst>
      <p:ext uri="{BB962C8B-B14F-4D97-AF65-F5344CB8AC3E}">
        <p14:creationId xmlns:p14="http://schemas.microsoft.com/office/powerpoint/2010/main" val="33155869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397DF-23CA-075A-4F5B-ED9BBEAAD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3FBDF1-C588-59D9-BA0B-D0FBD9BC81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1. Background and Problem Context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Understand the basics of genomics and transcription-factor binding sites.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Learn how deep learning is applied to solve problems in genomics.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Grasp the concept of input features (DNA sequences) and labels (binding or not binding).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Overview of goals: classifier prediction and motif discovery.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92403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3EF40-841E-1A2E-EC4A-236497E3A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F8E142-2AC0-4E3E-CFF2-3D8649A0F4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2. Data Preparation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Loading Data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Understand the types of datasets (training, validation, and testing).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Access data from external repositories.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Preprocessing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Use one-hot encoding for representing categorical genomic data.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Transform sequences into numerical matrices suitable for neural networks.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Splitting Data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Understand the purpose of training, validation, and test splits.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Tools like </a:t>
            </a:r>
            <a:r>
              <a:rPr lang="en-US" dirty="0" err="1"/>
              <a:t>train_test_split</a:t>
            </a:r>
            <a:r>
              <a:rPr lang="en-US" dirty="0"/>
              <a:t> for partitioning data.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00976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729D9-F04B-430D-0E7E-7718723BF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3BC1B2-999E-37A4-508B-FA11818DA8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3. Model Selection and Architecture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Choosing Neural Network Architectures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Introduction to Convolutional Neural Networks (CNNs) for sequence data.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Benefits of CNNs for learning motifs in genomics.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Building the Model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Layers: Convolutional (Conv1D), </a:t>
            </a:r>
            <a:r>
              <a:rPr lang="en-US" dirty="0" err="1"/>
              <a:t>MaxPooling</a:t>
            </a:r>
            <a:r>
              <a:rPr lang="en-US" dirty="0"/>
              <a:t>, Flatten, and Dense layers.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Activation functions: </a:t>
            </a:r>
            <a:r>
              <a:rPr lang="en-US" dirty="0" err="1"/>
              <a:t>ReLU</a:t>
            </a:r>
            <a:r>
              <a:rPr lang="en-US" dirty="0"/>
              <a:t> for hidden layers and </a:t>
            </a:r>
            <a:r>
              <a:rPr lang="en-US" dirty="0" err="1"/>
              <a:t>Softmax</a:t>
            </a:r>
            <a:r>
              <a:rPr lang="en-US" dirty="0"/>
              <a:t> for output.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Model parameters and compilation (loss function, optimizer, and metrics).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Understanding Model Summary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Analyze model structure, layer outputs, and total parameters.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73282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6668A-6E6E-3D10-877A-9D8942F2D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F3CCC-E5C5-26BB-CDD6-B1F36D55AE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4. Training the Model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Training Process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Define epochs and validation split.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Monitor training and validation loss to detect overfitting.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Visualizing Training Progress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Plot loss curves to understand the training process.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Understand accuracy metrics for binary classification.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8083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948E7-E50A-8CFB-FF90-C6968E5C3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B181F-D7C2-7272-01CC-9F0501C196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5. Model Evaluation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Evaluate model performance using a test dataset.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 a </a:t>
            </a:r>
            <a:r>
              <a:rPr lang="en-US" b="1" dirty="0"/>
              <a:t>confusion matrix</a:t>
            </a:r>
            <a:r>
              <a:rPr lang="en-US" dirty="0"/>
              <a:t> to interpret predictions: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True Positives, False Positives, True Negatives, and False Negatives.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Normalize the confusion matrix for better interpretability.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27285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7A411-F946-AEBC-3E64-41EF0DC67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8FB321-5506-C606-A63B-B76A799EE6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0086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AF995-9ADC-2383-1EDB-D822501DE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Wahab on-demand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0E317F-A8F2-179E-B277-A43ECAF6AD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https://ondemand.wahab.hpc.odu.edu/pun/sys/dashboard/files/fs/home/username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/>
              <a:t>GitHub connections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75172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F7806-F2BD-409A-568A-28926DD51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C29BEF-52F1-98BD-47FC-E483C3FDAA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3656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A0569-DF3A-AFAB-CE78-1431A7F62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Kaggle EHR 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3D7333-C644-AD03-4D85-15BE61A2FF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u="none" strike="noStrike" dirty="0">
                <a:effectLst/>
                <a:latin typeface="system-ui"/>
                <a:hlinkClick r:id="rId2"/>
              </a:rPr>
              <a:t>https://www.kaggle.com/code/skuracha/eda-on-healthcare-dataset</a:t>
            </a:r>
            <a:r>
              <a:rPr lang="en-US" b="0" i="0" u="none" strike="noStrike" dirty="0">
                <a:effectLst/>
                <a:latin typeface="system-ui"/>
              </a:rPr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84378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1381</TotalTime>
  <Words>380</Words>
  <Application>Microsoft Macintosh PowerPoint</Application>
  <PresentationFormat>Widescreen</PresentationFormat>
  <Paragraphs>48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system-ui</vt:lpstr>
      <vt:lpstr>Arial</vt:lpstr>
      <vt:lpstr>Calibri</vt:lpstr>
      <vt:lpstr>Calibri Light</vt:lpstr>
      <vt:lpstr>Office Theme</vt:lpstr>
      <vt:lpstr>Bio ML with Jupyter Notebook - A hands-on approach </vt:lpstr>
      <vt:lpstr>Genome sequence demo (CoLab) Wahab on-demand Kaggle 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Wahab on-demand</vt:lpstr>
      <vt:lpstr>PowerPoint Presentation</vt:lpstr>
      <vt:lpstr>Kaggle EHR exercise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101</dc:title>
  <dc:creator>Qin, Hong</dc:creator>
  <cp:lastModifiedBy>Qin, Hong</cp:lastModifiedBy>
  <cp:revision>66</cp:revision>
  <dcterms:created xsi:type="dcterms:W3CDTF">2022-11-28T18:54:50Z</dcterms:created>
  <dcterms:modified xsi:type="dcterms:W3CDTF">2025-01-24T19:39:08Z</dcterms:modified>
</cp:coreProperties>
</file>